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- 88020_P1_HMP_EOM_JAA.pdf (archivo proporcionado por el usuario)
- Capturas de pantalla de la práctica proporcionadas por el usuario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- 88020_P1_HMP_EOM_JAA.pdf (archivo proporcionado por el usuario)
- Capturas de pantalla de la práctica proporcionadas por el usuario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- 88020_P1_HMP_EOM_JAA.pdf (archivo proporcionado por el usuario)
- Capturas de pantalla de la práctica proporcionadas por el usuario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- 88020_P1_HMP_EOM_JAA.pdf (archivo proporcionado por el usuario)
- Capturas de pantalla de la práctica proporcionadas por el usuario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- 88020_P1_HMP_EOM_JAA.pdf (archivo proporcionado por el usuario)
- Capturas de pantalla de la práctica proporcionadas por el usuario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- 88020_P1_HMP_EOM_JAA.pdf (archivo proporcionado por el usuario)
- Capturas de pantalla de la práctica proporcionadas por el usuario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- 88020_P1_HMP_EOM_JAA.pdf (archivo proporcionado por el usuario)
- Capturas de pantalla de la práctica proporcionadas por el usuario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- 88020_P1_HMP_EOM_JAA.pdf (archivo proporcionado por el usuario)
- Capturas de pantalla de la práctica proporcionadas por el usuario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- 88020_P1_HMP_EOM_JAA.pdf (archivo proporcionado por el usuario)
- Capturas de pantalla de la práctica proporcionadas por el usuario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- 88020_P1_HMP_EOM_JAA.pdf (archivo proporcionado por el usuario)
- Capturas de pantalla de la práctica proporcionadas por el usuario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- 88020_P1_HMP_EOM_JAA.pdf (archivo proporcionado por el usuario)
- Capturas de pantalla de la práctica proporcionadas por el usuario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- 88020_P1_HMP_EOM_JAA.pdf (archivo proporcionado por el usuario)
- Capturas de pantalla de la práctica proporcionadas por el usuario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- 88020_P1_HMP_EOM_JAA.pdf (archivo proporcionado por el usuario)
- Capturas de pantalla de la práctica proporcionadas por el usuario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pres_ampliada_render/page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7429" y="0"/>
            <a:ext cx="9696837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646920" y="6153912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891146"/>
                </a:solidFill>
                <a:latin typeface="Aptos Display"/>
              </a:rPr>
              <a:t>UCJC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50">
                <a:solidFill>
                  <a:srgbClr val="46192D"/>
                </a:solidFill>
                <a:latin typeface="Aptos"/>
              </a:rPr>
              <a:t>Universidad Camilo José Cela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pres_ampliada_render/page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7429" y="0"/>
            <a:ext cx="9696837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646920" y="6153912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891146"/>
                </a:solidFill>
                <a:latin typeface="Aptos Display"/>
              </a:rPr>
              <a:t>UCJC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50">
                <a:solidFill>
                  <a:srgbClr val="46192D"/>
                </a:solidFill>
                <a:latin typeface="Aptos"/>
              </a:rPr>
              <a:t>Universidad Camilo José Cela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pres_ampliada_render/page-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7429" y="0"/>
            <a:ext cx="9696837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646920" y="6153912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891146"/>
                </a:solidFill>
                <a:latin typeface="Aptos Display"/>
              </a:rPr>
              <a:t>UCJC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50">
                <a:solidFill>
                  <a:srgbClr val="46192D"/>
                </a:solidFill>
                <a:latin typeface="Aptos"/>
              </a:rPr>
              <a:t>Universidad Camilo José Cela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pres_ampliada_render/page-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7429" y="0"/>
            <a:ext cx="9696837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646920" y="6153912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891146"/>
                </a:solidFill>
                <a:latin typeface="Aptos Display"/>
              </a:rPr>
              <a:t>UCJC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50">
                <a:solidFill>
                  <a:srgbClr val="46192D"/>
                </a:solidFill>
                <a:latin typeface="Aptos"/>
              </a:rPr>
              <a:t>Universidad Camilo José Cela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pres_ampliada_render/page-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7429" y="0"/>
            <a:ext cx="9696837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646920" y="6153912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891146"/>
                </a:solidFill>
                <a:latin typeface="Aptos Display"/>
              </a:rPr>
              <a:t>UCJC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50">
                <a:solidFill>
                  <a:srgbClr val="46192D"/>
                </a:solidFill>
                <a:latin typeface="Aptos"/>
              </a:rPr>
              <a:t>Universidad Camilo José Cela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pres_ampliada_render/page-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7429" y="0"/>
            <a:ext cx="9696837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646920" y="6153912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891146"/>
                </a:solidFill>
                <a:latin typeface="Aptos Display"/>
              </a:rPr>
              <a:t>UCJC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50">
                <a:solidFill>
                  <a:srgbClr val="46192D"/>
                </a:solidFill>
                <a:latin typeface="Aptos"/>
              </a:rPr>
              <a:t>Universidad Camilo José Cela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pres_ampliada_render/page-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7429" y="0"/>
            <a:ext cx="9696837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646920" y="6153912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891146"/>
                </a:solidFill>
                <a:latin typeface="Aptos Display"/>
              </a:rPr>
              <a:t>UCJC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50">
                <a:solidFill>
                  <a:srgbClr val="46192D"/>
                </a:solidFill>
                <a:latin typeface="Aptos"/>
              </a:rPr>
              <a:t>Universidad Camilo José Cela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pres_ampliada_render/page-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7429" y="0"/>
            <a:ext cx="9696837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646920" y="6153912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891146"/>
                </a:solidFill>
                <a:latin typeface="Aptos Display"/>
              </a:rPr>
              <a:t>UCJC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50">
                <a:solidFill>
                  <a:srgbClr val="46192D"/>
                </a:solidFill>
                <a:latin typeface="Aptos"/>
              </a:rPr>
              <a:t>Universidad Camilo José Cela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pres_ampliada_render/page-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7429" y="0"/>
            <a:ext cx="9696837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646920" y="6153912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891146"/>
                </a:solidFill>
                <a:latin typeface="Aptos Display"/>
              </a:rPr>
              <a:t>UCJC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50">
                <a:solidFill>
                  <a:srgbClr val="46192D"/>
                </a:solidFill>
                <a:latin typeface="Aptos"/>
              </a:rPr>
              <a:t>Universidad Camilo José Cela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pres_ampliada_render/pag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7429" y="0"/>
            <a:ext cx="9696837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646920" y="6153912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891146"/>
                </a:solidFill>
                <a:latin typeface="Aptos Display"/>
              </a:rPr>
              <a:t>UCJC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50">
                <a:solidFill>
                  <a:srgbClr val="46192D"/>
                </a:solidFill>
                <a:latin typeface="Aptos"/>
              </a:rPr>
              <a:t>Universidad Camilo José Cela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pres_ampliada_render/pag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7429" y="0"/>
            <a:ext cx="9696837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646920" y="6153912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891146"/>
                </a:solidFill>
                <a:latin typeface="Aptos Display"/>
              </a:rPr>
              <a:t>UCJC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50">
                <a:solidFill>
                  <a:srgbClr val="46192D"/>
                </a:solidFill>
                <a:latin typeface="Aptos"/>
              </a:rPr>
              <a:t>Universidad Camilo José Cela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pres_ampliada_render/pag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7429" y="0"/>
            <a:ext cx="9696837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646920" y="6153912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891146"/>
                </a:solidFill>
                <a:latin typeface="Aptos Display"/>
              </a:rPr>
              <a:t>UCJC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50">
                <a:solidFill>
                  <a:srgbClr val="46192D"/>
                </a:solidFill>
                <a:latin typeface="Aptos"/>
              </a:rPr>
              <a:t>Universidad Camilo José Cela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pres_ampliada_render/page-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7429" y="0"/>
            <a:ext cx="9696837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646920" y="6153912"/>
            <a:ext cx="2057400" cy="384048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spAutoFit/>
          </a:bodyPr>
          <a:lstStyle/>
          <a:p>
            <a:pPr algn="r"/>
            <a:r>
              <a:rPr sz="1200" b="1">
                <a:solidFill>
                  <a:srgbClr val="891146"/>
                </a:solidFill>
                <a:latin typeface="Aptos Display"/>
              </a:rPr>
              <a:t>UCJC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650">
                <a:solidFill>
                  <a:srgbClr val="46192D"/>
                </a:solidFill>
                <a:latin typeface="Aptos"/>
              </a:rPr>
              <a:t>Universidad Camilo José Cela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Universidad Camilo José Cela</Company>
  <LinksUpToDate>false</LinksUpToDate>
  <SharedDoc>false</SharedDoc>
  <HyperlinksChanged>false</HyperlinksChanged>
  <AppVersion>16.0000</AppVersion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Práctica 1 - Ubuntu Server - Versión ampliada</dc:title>
  <dc:subject>Instalación de Ubuntu Server en una máquina virtual</dc:subject>
  <dc:creator>Eduardo Ontiveros Martínez</dc:creator>
  <lastModifiedBy>Eduardo Ontiveros Martínez</lastModifiedBy>
  <revision>1</revision>
  <dcterms:created xsi:type="dcterms:W3CDTF">2026-10-04T19:43:51.5856005Z</dcterms:created>
  <dcterms:modified xsi:type="dcterms:W3CDTF">2026-10-04T19:43:51.5856005Z</dcterms:modified>
</coreProperties>
</file>